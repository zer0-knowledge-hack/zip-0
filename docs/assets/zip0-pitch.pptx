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stop: "My name is Julio Severiche, and this is ZIP-0." Do not explain the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pause after "48,600 arrives" is the whole pitch. Let them do the subtraction. If you fill the silence they hear a statistic, not a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say "we replace SWIFT". We replace the settlement layer. Give "twenty-seven trillion" room to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time you may say the word "contract". Still do not say "blockchain".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deployed app on this slide. The figure moves because it is read from the chain, not stored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 slide. Every other team will claim more than they built - stating the limits is the differentiator, not a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team. Five people, and every one of these contributions is in the commit history — do not inflate the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line. Do not add a thank-you sentence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118872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473452" y="2095805"/>
            <a:ext cx="5486400" cy="1545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spc="200" kern="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ZIP·0</a:t>
            </a:r>
            <a:endParaRPr lang="en-US" sz="6600" dirty="0"/>
          </a:p>
        </p:txBody>
      </p:sp>
      <p:sp>
        <p:nvSpPr>
          <p:cNvPr id="6" name="Text 2"/>
          <p:cNvSpPr/>
          <p:nvPr/>
        </p:nvSpPr>
        <p:spPr>
          <a:xfrm>
            <a:off x="868680" y="4069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settlement for institutions that cannot hold crypto.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Julio Severiche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 EXPORTER IN COCHABAMBA SHIPS TO BRAZIL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68680" y="24414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97880" y="2057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50,000.00</a:t>
            </a:r>
            <a:pPr algn="r" indent="0" marL="0">
              <a:buNone/>
            </a:pPr>
            <a:r>
              <a:rPr lang="en-US" sz="16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USD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868680" y="2971800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35844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Arrived, eleven days later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97880" y="3200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48,600.00</a:t>
            </a:r>
            <a:pPr algn="r" indent="0" marL="0">
              <a:buNone/>
            </a:pPr>
            <a:r>
              <a:rPr lang="en-US" sz="16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USD</a:t>
            </a:r>
            <a:endParaRPr lang="en-US" sz="4000" dirty="0"/>
          </a:p>
        </p:txBody>
      </p:sp>
      <p:sp>
        <p:nvSpPr>
          <p:cNvPr id="10" name="Shape 7"/>
          <p:cNvSpPr/>
          <p:nvPr/>
        </p:nvSpPr>
        <p:spPr>
          <a:xfrm>
            <a:off x="868680" y="4114800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7274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Taken in flight by three banks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97880" y="4343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−1,400.00</a:t>
            </a:r>
            <a:pPr algn="r" indent="0" marL="0">
              <a:buNone/>
            </a:pPr>
            <a:r>
              <a:rPr lang="en-US" sz="16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USD</a:t>
            </a:r>
            <a:endParaRPr lang="en-US" sz="4000" dirty="0"/>
          </a:p>
        </p:txBody>
      </p:sp>
      <p:sp>
        <p:nvSpPr>
          <p:cNvPr id="13" name="Shape 10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Nobody stole anything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THE MONEY ACTUALLY MOVES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68680" y="2011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SWIFT</a:t>
            </a:r>
            <a:pPr indent="0" marL="0">
              <a:buNone/>
            </a:pPr>
            <a:r>
              <a:rPr lang="en-US" sz="13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MESSAGING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8680" y="2542032"/>
            <a:ext cx="10454335" cy="27432"/>
          </a:xfrm>
          <a:prstGeom prst="rect">
            <a:avLst/>
          </a:prstGeom>
          <a:solidFill>
            <a:srgbClr val="4B8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2697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Carries the instruction. Never holds the money.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794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CORRESPONDENT BANKING</a:t>
            </a:r>
            <a:pPr indent="0" marL="0">
              <a:buNone/>
            </a:pPr>
            <a:r>
              <a:rPr lang="en-US" sz="13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SETTLEMENT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68680" y="4379976"/>
            <a:ext cx="10454335" cy="27432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58150" y="4151376"/>
            <a:ext cx="475488" cy="475488"/>
          </a:xfrm>
          <a:prstGeom prst="ellipse">
            <a:avLst/>
          </a:prstGeom>
          <a:solidFill>
            <a:srgbClr val="141A23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58150" y="4178808"/>
            <a:ext cx="4754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858104" y="4151376"/>
            <a:ext cx="475488" cy="475488"/>
          </a:xfrm>
          <a:prstGeom prst="ellipse">
            <a:avLst/>
          </a:prstGeom>
          <a:solidFill>
            <a:srgbClr val="141A23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8104" y="4178808"/>
            <a:ext cx="4754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158057" y="4151376"/>
            <a:ext cx="475488" cy="475488"/>
          </a:xfrm>
          <a:prstGeom prst="ellipse">
            <a:avLst/>
          </a:prstGeom>
          <a:solidFill>
            <a:srgbClr val="141A23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58057" y="4178808"/>
            <a:ext cx="4754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48920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fee comes out. And where </a:t>
            </a:r>
            <a:pPr indent="0" marL="0">
              <a:buNone/>
            </a:pPr>
            <a:r>
              <a:rPr lang="en-US" sz="1600" dirty="0">
                <a:solidFill>
                  <a:srgbClr val="4B8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$27 trillion</a:t>
            </a:r>
            <a:pPr indent="0" marL="0">
              <a:buNone/>
            </a:pPr>
            <a:r>
              <a:rPr lang="en-US" sz="16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sits idle, pre-funded.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layer nobody replaced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ZIP·0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3073241"/>
            <a:ext cx="5296662" cy="162877"/>
          </a:xfrm>
          <a:prstGeom prst="rect">
            <a:avLst/>
          </a:prstGeom>
          <a:solidFill>
            <a:srgbClr val="4B8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95033" y="3073241"/>
            <a:ext cx="5296662" cy="162877"/>
          </a:xfrm>
          <a:prstGeom prst="rect">
            <a:avLst/>
          </a:prstGeom>
          <a:solidFill>
            <a:srgbClr val="4B86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2286000"/>
            <a:ext cx="1737360" cy="1737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4572000"/>
            <a:ext cx="10454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rail. No intermediaries.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868680" y="5349240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settlement contract holds the funds. It locks on one side and releases on the other.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pre-funded account in every corridor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68680" y="137160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43000" y="12984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ON HASHKEY CHAIN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68680" y="21488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 CONTRACT — SOURCE VERIFIED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68680" y="245059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0x3028a9AfCD5E2c3C2E1fD35d984Be65640ca4e07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68680" y="342900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FUNDS — READ EVERY 15 SECONDS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" y="3730752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49,999.60 USDC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868680" y="4800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do not have to believe me. You can read it.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 to the deployed app here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ME BE PRECISE ABOUT WHAT THIS IS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68680" y="2286000"/>
            <a:ext cx="1184148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2286000"/>
            <a:ext cx="11841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Testnet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327148" y="2286000"/>
            <a:ext cx="1449324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327148" y="2286000"/>
            <a:ext cx="14493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Unaudited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050792" y="2286000"/>
            <a:ext cx="2377440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50792" y="22860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Trusted operator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702552" y="2286000"/>
            <a:ext cx="2244852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02552" y="2286000"/>
            <a:ext cx="22448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 disabled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37490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figure in the interface came from a real chain read — or it says unavailable.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Nothing here is decoration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BY FIVE PEOPLE IN BOLIVIA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68680" y="20574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Julio Severiche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257800" y="2057400"/>
            <a:ext cx="6065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· Web · Identity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68680" y="2633472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28072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Moises Cisneros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257800" y="2807208"/>
            <a:ext cx="6065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CCTP bridge · SDK · Gateway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68680" y="3383280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55701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Fernando Vasquez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5257800" y="3557016"/>
            <a:ext cx="6065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 rail · Gasless deposits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8680" y="4133088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30682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Luishiño Pericena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57800" y="4306824"/>
            <a:ext cx="6065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payment evidence · Relayer state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68680" y="4882896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5056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William Y.M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5257800" y="5056632"/>
            <a:ext cx="6065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Refund timeout · Relayer acknowledgement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Zer0-Knowledge-Hack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63040"/>
            <a:ext cx="914400" cy="914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103120" y="1316736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spc="200" kern="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ZIP·0</a:t>
            </a:r>
            <a:endParaRPr lang="en-US" sz="4600" dirty="0"/>
          </a:p>
        </p:txBody>
      </p:sp>
      <p:sp>
        <p:nvSpPr>
          <p:cNvPr id="6" name="Text 2"/>
          <p:cNvSpPr/>
          <p:nvPr/>
        </p:nvSpPr>
        <p:spPr>
          <a:xfrm>
            <a:off x="868680" y="292608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amount you send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amount that arrives.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868680" y="4937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Next: an audit, and one pilot corridor — Bolivia to Brazil.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ZIP·0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ZIP-0 — Pitch</dc:title>
  <dc:subject>PptxGenJS Presentation</dc:subject>
  <dc:creator>ZIP-0</dc:creator>
  <cp:lastModifiedBy>ZIP-0</cp:lastModifiedBy>
  <cp:revision>1</cp:revision>
  <dcterms:created xsi:type="dcterms:W3CDTF">2026-09-13T08:35:39Z</dcterms:created>
  <dcterms:modified xsi:type="dcterms:W3CDTF">2026-09-13T08:35:39Z</dcterms:modified>
</cp:coreProperties>
</file>