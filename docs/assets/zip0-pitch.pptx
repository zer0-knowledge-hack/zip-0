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 and stop: "My name is Julio Severiche, and this is ZIP-0." Do not explain the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pause after "48,600 arrives" is the whole pitch. Let them do the subtraction. If you fill the silence they hear a statistic, not a loss.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say "we replace SWIFT". We replace the settlement layer. Give "twenty-seven trillion" room to 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time you may say the word "contract". Still do not say "blockchain".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deployed app on this slide. The figure moves because it is read from the chain, not stored in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soften this slide. Every other team will claim more than they built - stating the limits is the differentiator, not a caveat.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line. Do not add a thank-you sentence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868680" y="2331720"/>
            <a:ext cx="1143000" cy="1143000"/>
          </a:xfrm>
          <a:prstGeom prst="ellipse">
            <a:avLst/>
          </a:prstGeom>
          <a:ln w="108585">
            <a:solidFill>
              <a:srgbClr val="4B86FF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08660" y="2805494"/>
            <a:ext cx="1463040" cy="195453"/>
          </a:xfrm>
          <a:prstGeom prst="rect">
            <a:avLst/>
          </a:prstGeom>
          <a:solidFill>
            <a:srgbClr val="0A0E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08660" y="2848927"/>
            <a:ext cx="1463040" cy="108585"/>
          </a:xfrm>
          <a:prstGeom prst="rect">
            <a:avLst/>
          </a:prstGeom>
          <a:solidFill>
            <a:srgbClr val="4B8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468880" y="228600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spc="200" kern="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ZIP·0</a:t>
            </a:r>
            <a:endParaRPr lang="en-US" sz="6600" dirty="0"/>
          </a:p>
        </p:txBody>
      </p:sp>
      <p:sp>
        <p:nvSpPr>
          <p:cNvPr id="8" name="Text 5"/>
          <p:cNvSpPr/>
          <p:nvPr/>
        </p:nvSpPr>
        <p:spPr>
          <a:xfrm>
            <a:off x="868680" y="397764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6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Cross-border settlement for institutions that cannot hold crypto.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Julio Severiche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68680" y="1325880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 EXPORTER IN COCHABAMBA SHIPS TO BRAZIL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68680" y="244144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6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Invoiced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97880" y="2057400"/>
            <a:ext cx="5425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50,000.00</a:t>
            </a:r>
            <a:pPr algn="r" indent="0" marL="0">
              <a:buNone/>
            </a:pPr>
            <a:r>
              <a:rPr lang="en-US" sz="16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USD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868680" y="2971800"/>
            <a:ext cx="10454335" cy="7315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358444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6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Arrived, eleven days later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897880" y="3200400"/>
            <a:ext cx="5425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48,600.00</a:t>
            </a:r>
            <a:pPr algn="r" indent="0" marL="0">
              <a:buNone/>
            </a:pPr>
            <a:r>
              <a:rPr lang="en-US" sz="16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USD</a:t>
            </a:r>
            <a:endParaRPr lang="en-US" sz="4000" dirty="0"/>
          </a:p>
        </p:txBody>
      </p:sp>
      <p:sp>
        <p:nvSpPr>
          <p:cNvPr id="10" name="Shape 7"/>
          <p:cNvSpPr/>
          <p:nvPr/>
        </p:nvSpPr>
        <p:spPr>
          <a:xfrm>
            <a:off x="868680" y="4114800"/>
            <a:ext cx="10454335" cy="7315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472744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Taken in flight by three banks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897880" y="4343400"/>
            <a:ext cx="5425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−1,400.00</a:t>
            </a:r>
            <a:pPr algn="r" indent="0" marL="0">
              <a:buNone/>
            </a:pPr>
            <a:r>
              <a:rPr lang="en-US" sz="16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USD</a:t>
            </a:r>
            <a:endParaRPr lang="en-US" sz="4000" dirty="0"/>
          </a:p>
        </p:txBody>
      </p:sp>
      <p:sp>
        <p:nvSpPr>
          <p:cNvPr id="13" name="Shape 10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Nobody stole anything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68680" y="1325880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THE MONEY ACTUALLY MOVES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68680" y="20116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SWIFT</a:t>
            </a:r>
            <a:pPr indent="0" marL="0">
              <a:buNone/>
            </a:pPr>
            <a:r>
              <a:rPr lang="en-US" sz="13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MESSAGING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868680" y="2542032"/>
            <a:ext cx="10454335" cy="27432"/>
          </a:xfrm>
          <a:prstGeom prst="rect">
            <a:avLst/>
          </a:prstGeom>
          <a:solidFill>
            <a:srgbClr val="4B8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2697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6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Carries the instruction. Never holds the money.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3794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CORRESPONDENT BANKING</a:t>
            </a:r>
            <a:pPr indent="0" marL="0">
              <a:buNone/>
            </a:pPr>
            <a:r>
              <a:rPr lang="en-US" sz="13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SETTLEMENT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68680" y="4379976"/>
            <a:ext cx="10454335" cy="27432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58150" y="4151376"/>
            <a:ext cx="475488" cy="475488"/>
          </a:xfrm>
          <a:prstGeom prst="ellipse">
            <a:avLst/>
          </a:prstGeom>
          <a:solidFill>
            <a:srgbClr val="141A23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58150" y="4178808"/>
            <a:ext cx="4754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858104" y="4151376"/>
            <a:ext cx="475488" cy="475488"/>
          </a:xfrm>
          <a:prstGeom prst="ellipse">
            <a:avLst/>
          </a:prstGeom>
          <a:solidFill>
            <a:srgbClr val="141A23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58104" y="4178808"/>
            <a:ext cx="4754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158057" y="4151376"/>
            <a:ext cx="475488" cy="475488"/>
          </a:xfrm>
          <a:prstGeom prst="ellipse">
            <a:avLst/>
          </a:prstGeom>
          <a:solidFill>
            <a:srgbClr val="141A23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58057" y="4178808"/>
            <a:ext cx="4754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68680" y="48920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6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fee comes out. And where </a:t>
            </a:r>
            <a:pPr indent="0" marL="0">
              <a:buNone/>
            </a:pPr>
            <a:r>
              <a:rPr lang="en-US" sz="1600" dirty="0">
                <a:solidFill>
                  <a:srgbClr val="4B8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$27 trillion</a:t>
            </a:r>
            <a:pPr indent="0" marL="0">
              <a:buNone/>
            </a:pPr>
            <a:r>
              <a:rPr lang="en-US" sz="1600" dirty="0">
                <a:solidFill>
                  <a:srgbClr val="96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sits idle, pre-funded.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layer nobody replaced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68680" y="1325880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ZIP·0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68680" y="2148840"/>
            <a:ext cx="91440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rail.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intermediaries.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868680" y="43434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6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settlement contract holds the funds. It locks on one side and releases on the other.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pre-funded account in every corridor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868680" y="1371600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143000" y="12984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ON HASHKEY CHAIN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68680" y="21488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SETTLEMENT CONTRACT — SOURCE VERIFIED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68680" y="245059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0x3028a9AfCD5E2c3C2E1fD35d984Be65640ca4e07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68680" y="342900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 FUNDS — READ EVERY 15 SECONDS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68680" y="3730752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49,999.60 USDC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868680" y="4800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6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do not have to believe me. You can read it.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 to the deployed app here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68680" y="1325880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 ME BE PRECISE ABOUT WHAT THIS IS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68680" y="2286000"/>
            <a:ext cx="1184148" cy="658368"/>
          </a:xfrm>
          <a:prstGeom prst="rect">
            <a:avLst/>
          </a:prstGeom>
          <a:solidFill>
            <a:srgbClr val="141A23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8680" y="2286000"/>
            <a:ext cx="11841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Testnet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327148" y="2286000"/>
            <a:ext cx="1449324" cy="658368"/>
          </a:xfrm>
          <a:prstGeom prst="rect">
            <a:avLst/>
          </a:prstGeom>
          <a:solidFill>
            <a:srgbClr val="141A23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327148" y="2286000"/>
            <a:ext cx="144932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Unaudited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050792" y="2286000"/>
            <a:ext cx="2377440" cy="658368"/>
          </a:xfrm>
          <a:prstGeom prst="rect">
            <a:avLst/>
          </a:prstGeom>
          <a:solidFill>
            <a:srgbClr val="141A23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050792" y="22860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Trusted operator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702552" y="2286000"/>
            <a:ext cx="2244852" cy="658368"/>
          </a:xfrm>
          <a:prstGeom prst="rect">
            <a:avLst/>
          </a:prstGeom>
          <a:solidFill>
            <a:srgbClr val="141A23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702552" y="2286000"/>
            <a:ext cx="22448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Submit disabled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68680" y="374904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figure in the interface came from a real chain read — or it says unavailable.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Nothing here is decoration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868680" y="1508760"/>
            <a:ext cx="868680" cy="868680"/>
          </a:xfrm>
          <a:prstGeom prst="ellipse">
            <a:avLst/>
          </a:prstGeom>
          <a:ln w="82525">
            <a:solidFill>
              <a:srgbClr val="4B86FF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7065" y="1868828"/>
            <a:ext cx="1111910" cy="148544"/>
          </a:xfrm>
          <a:prstGeom prst="rect">
            <a:avLst/>
          </a:prstGeom>
          <a:solidFill>
            <a:srgbClr val="0A0E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7065" y="1901838"/>
            <a:ext cx="1111910" cy="82525"/>
          </a:xfrm>
          <a:prstGeom prst="rect">
            <a:avLst/>
          </a:prstGeom>
          <a:solidFill>
            <a:srgbClr val="4B8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148840" y="141732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spc="200" kern="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ZIP·0</a:t>
            </a:r>
            <a:endParaRPr lang="en-US" sz="6600" dirty="0"/>
          </a:p>
        </p:txBody>
      </p:sp>
      <p:sp>
        <p:nvSpPr>
          <p:cNvPr id="8" name="Text 5"/>
          <p:cNvSpPr/>
          <p:nvPr/>
        </p:nvSpPr>
        <p:spPr>
          <a:xfrm>
            <a:off x="868680" y="306324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amount you send</a:t>
            </a:r>
            <a:endParaRPr lang="en-US" sz="46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6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the amount that arrives.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868680" y="5029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6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Next: an audit, and one pilot corridor — Bolivia to Brazil.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ZIP·0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ZIP-0 — Pitch</dc:title>
  <dc:subject>PptxGenJS Presentation</dc:subject>
  <dc:creator>ZIP-0</dc:creator>
  <cp:lastModifiedBy>ZIP-0</cp:lastModifiedBy>
  <cp:revision>1</cp:revision>
  <dcterms:created xsi:type="dcterms:W3CDTF">2026-09-13T08:18:25Z</dcterms:created>
  <dcterms:modified xsi:type="dcterms:W3CDTF">2026-09-13T08:18:25Z</dcterms:modified>
</cp:coreProperties>
</file>