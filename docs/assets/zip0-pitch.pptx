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stop: "My name is Julio Severiche, and this is ZIP-0." Do not explain the name.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pause after "48,600 arrives" is the whole pitch. Let them do the subtraction. If you fill the silence they hear a statistic, not a loss.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say "we replace SWIFT". We replace the settlement layer. Give "twenty-seven trillion" room to 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time you may say the word "contract". Still do not say "blockchain".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deployed app on this slide. The figure moves because it is read from the chain, not stored in the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soften this slide. Every other team will claim more than they built - stating the limits is the differentiator, not a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team. Five people, and every one of these contributions is in the commit history — do not inflate the roles.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on the line. Do not add a thank-you sentence after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286000"/>
            <a:ext cx="118872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473452" y="2095805"/>
            <a:ext cx="5486400" cy="1545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600" b="1" spc="200" kern="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ZIP·0</a:t>
            </a:r>
            <a:endParaRPr lang="en-US" sz="6600" dirty="0"/>
          </a:p>
        </p:txBody>
      </p:sp>
      <p:sp>
        <p:nvSpPr>
          <p:cNvPr id="6" name="Text 2"/>
          <p:cNvSpPr/>
          <p:nvPr/>
        </p:nvSpPr>
        <p:spPr>
          <a:xfrm>
            <a:off x="868680" y="4069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Cross-border settlement for institutions that cannot hold crypto.</a:t>
            </a:r>
            <a:endParaRPr lang="en-US" sz="2000" dirty="0"/>
          </a:p>
        </p:txBody>
      </p:sp>
      <p:sp>
        <p:nvSpPr>
          <p:cNvPr id="7" name="Shape 3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Julio Severiche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 EXPORTER IN COCHABAMBA SHIPS TO BRAZIL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441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Invoiced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897880" y="2057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50,000.00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7" name="Shape 4"/>
          <p:cNvSpPr/>
          <p:nvPr/>
        </p:nvSpPr>
        <p:spPr>
          <a:xfrm>
            <a:off x="868680" y="297180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3584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Arrived, eleven days later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897880" y="3200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48,600.00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10" name="Shape 7"/>
          <p:cNvSpPr/>
          <p:nvPr/>
        </p:nvSpPr>
        <p:spPr>
          <a:xfrm>
            <a:off x="868680" y="411480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472744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Taken in flight by three banks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897880" y="4343400"/>
            <a:ext cx="5425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−1,400.00</a:t>
            </a:r>
            <a:pPr algn="r" indent="0" marL="0">
              <a:buNone/>
            </a:pPr>
            <a:r>
              <a:rPr lang="en-US" sz="16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USD</a:t>
            </a:r>
            <a:endParaRPr lang="en-US" sz="4000" dirty="0"/>
          </a:p>
        </p:txBody>
      </p:sp>
      <p:sp>
        <p:nvSpPr>
          <p:cNvPr id="13" name="Shape 10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Nobody stole anything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THE MONEY ACTUALLY MOVES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011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SWIFT</a:t>
            </a:r>
            <a:pPr indent="0" marL="0">
              <a:buNone/>
            </a:pPr>
            <a:r>
              <a:rPr lang="en-US" sz="13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MESSAGING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868680" y="2542032"/>
            <a:ext cx="10454335" cy="27432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" y="2697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Carries the instruction. Never holds the money.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3794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CORRESPONDENT BANKING</a:t>
            </a:r>
            <a:pPr indent="0" marL="0">
              <a:buNone/>
            </a:pPr>
            <a:r>
              <a:rPr lang="en-US" sz="13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SETTLEMENT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68680" y="4379976"/>
            <a:ext cx="10454335" cy="27432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58150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558150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858104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858104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158057" y="4151376"/>
            <a:ext cx="475488" cy="475488"/>
          </a:xfrm>
          <a:prstGeom prst="ellipse">
            <a:avLst/>
          </a:prstGeom>
          <a:solidFill>
            <a:srgbClr val="141A23"/>
          </a:solidFill>
          <a:ln w="15875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58057" y="4178808"/>
            <a:ext cx="475488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68680" y="489204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the fee comes out. And where </a:t>
            </a:r>
            <a:pPr indent="0" marL="0">
              <a:buNone/>
            </a:pPr>
            <a:r>
              <a:rPr lang="en-US" sz="1600" dirty="0">
                <a:solidFill>
                  <a:srgbClr val="4B86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$27 trillion</a:t>
            </a:r>
            <a:pPr indent="0" marL="0">
              <a:buNone/>
            </a:pPr>
            <a:r>
              <a:rPr lang="en-US" sz="16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sits idle, pre-funded.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layer nobody replaced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ZIP·0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0" y="3073241"/>
            <a:ext cx="5296662" cy="162877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95033" y="3073241"/>
            <a:ext cx="5296662" cy="162877"/>
          </a:xfrm>
          <a:prstGeom prst="rect">
            <a:avLst/>
          </a:prstGeom>
          <a:solidFill>
            <a:srgbClr val="4B86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2286000"/>
            <a:ext cx="1737360" cy="1737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68680" y="4572000"/>
            <a:ext cx="104543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rail. No intermediaries.</a:t>
            </a:r>
            <a:endParaRPr lang="en-US" sz="4400" dirty="0"/>
          </a:p>
        </p:txBody>
      </p:sp>
      <p:sp>
        <p:nvSpPr>
          <p:cNvPr id="9" name="Text 5"/>
          <p:cNvSpPr/>
          <p:nvPr/>
        </p:nvSpPr>
        <p:spPr>
          <a:xfrm>
            <a:off x="868680" y="5349240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settlement contract holds the funds. It locks on one side and releases on the other.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pre-funded account in every corridor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868680" y="137160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143000" y="12984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ON HASHKEY CHAIN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68680" y="214884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 CONTRACT — SOURCE VERIFIED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68680" y="245059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0x3028a9AfCD5E2c3C2E1fD35d984Be65640ca4e07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68680" y="3429000"/>
            <a:ext cx="9144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AVAILABLE FUNDS — READ EVERY 15 SECONDS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8680" y="3730752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49,999.60 USDC</a:t>
            </a:r>
            <a:endParaRPr lang="en-US" sz="3800" dirty="0"/>
          </a:p>
        </p:txBody>
      </p:sp>
      <p:sp>
        <p:nvSpPr>
          <p:cNvPr id="10" name="Text 7"/>
          <p:cNvSpPr/>
          <p:nvPr/>
        </p:nvSpPr>
        <p:spPr>
          <a:xfrm>
            <a:off x="868680" y="4800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do not have to believe me. You can read it.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 to the deployed app here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ME BE PRECISE ABOUT WHAT THIS IS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868680" y="2286000"/>
            <a:ext cx="1184148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68680" y="2286000"/>
            <a:ext cx="11841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Testnet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2327148" y="2286000"/>
            <a:ext cx="1449324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327148" y="2286000"/>
            <a:ext cx="144932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Unaudited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050792" y="2286000"/>
            <a:ext cx="2377440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050792" y="2286000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Trusted operator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702552" y="2286000"/>
            <a:ext cx="2244852" cy="658368"/>
          </a:xfrm>
          <a:prstGeom prst="rect">
            <a:avLst/>
          </a:prstGeom>
          <a:solidFill>
            <a:srgbClr val="141A23"/>
          </a:solidFill>
          <a:ln w="12700">
            <a:solidFill>
              <a:srgbClr val="24304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702552" y="2286000"/>
            <a:ext cx="22448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6EA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 disabled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374904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figure in the interface came from a real chain read — or it says unavailable.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here is decoration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325880"/>
            <a:ext cx="104543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BUILT BY FIVE PEOPLE IN BOLIVIA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868680" y="20574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Julio Severiche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257800" y="2057400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 · Web · Identity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68680" y="2633472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2807208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Moises Cisneros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257800" y="2807208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CCTP bridge · SDK · Gateway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3383280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3557016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Fernando Vasquez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5257800" y="3557016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Settlement rail · Gasless deposits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8680" y="4133088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430682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Luishiño Pericena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57800" y="4306824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payment evidence · Relayer state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8680" y="4882896"/>
            <a:ext cx="10454335" cy="7315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5056632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William Y.M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5257800" y="5056632"/>
            <a:ext cx="60652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6A3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Refund timeout · Relayer acknowledgement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Zer0-Knowledge-Hack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731520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463040"/>
            <a:ext cx="914400" cy="914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103120" y="1316736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spc="200" kern="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ZIP·0</a:t>
            </a:r>
            <a:endParaRPr lang="en-US" sz="4600" dirty="0"/>
          </a:p>
        </p:txBody>
      </p:sp>
      <p:sp>
        <p:nvSpPr>
          <p:cNvPr id="6" name="Text 2"/>
          <p:cNvSpPr/>
          <p:nvPr/>
        </p:nvSpPr>
        <p:spPr>
          <a:xfrm>
            <a:off x="868680" y="2926080"/>
            <a:ext cx="10058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amount you send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dirty="0">
                <a:solidFill>
                  <a:srgbClr val="E6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 the amount that arrives.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868680" y="4937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6A3B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Next: an audit, and one pilot corridor — Bolivia to Brazil.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868680" y="6053328"/>
            <a:ext cx="10454335" cy="10973"/>
          </a:xfrm>
          <a:prstGeom prst="rect">
            <a:avLst/>
          </a:prstGeom>
          <a:solidFill>
            <a:srgbClr val="2430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68680" y="6172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ZIP·0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10408615" y="6172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1839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ZIP-0 — Pitch</dc:title>
  <dc:subject>PptxGenJS Presentation</dc:subject>
  <dc:creator>ZIP-0</dc:creator>
  <cp:lastModifiedBy>ZIP-0</cp:lastModifiedBy>
  <cp:revision>1</cp:revision>
  <dcterms:created xsi:type="dcterms:W3CDTF">2026-09-13T08:41:18Z</dcterms:created>
  <dcterms:modified xsi:type="dcterms:W3CDTF">2026-09-13T08:41:18Z</dcterms:modified>
</cp:coreProperties>
</file>